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DA61999-E61F-87A0-EE4E-6E1DFF506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C08D6A1-A378-A653-86DD-0A30D76B8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668A2AB8-6FEC-F367-2E6C-33D984EA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8F899C6-E3D6-52FA-F414-4A0CC1AC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A56A663-D307-2CDC-B543-22D696FD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9876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DE0CE21-CA01-5A27-2352-A8AFCA6FA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0DA2E0F-02F7-908D-5E0C-013237366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5A0B0CA-D6E6-D7E8-C23A-A11ED59D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C7A9811-89BA-8F0D-DBCD-31E11909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EBC046B-AC20-21F0-95AA-7CD3CCB9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9129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A6900AA-AA26-1000-DC54-25D26C66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3D8E114-F31D-B952-A3D7-D30F327D4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D8AA66B-4E35-CC7E-2868-F54CACF3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079FD9-00A0-0735-834F-66740A0E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D19B5F4-7B3D-A81D-A632-BB87F00D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057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80A4176-B709-5DE0-FEF4-A002D7EF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6AD4101-E435-4DEC-974F-FE6A15B13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353EDE8-EB3B-84AE-0B21-1FF17051A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56DBE96-02AA-FF40-EE5E-468C5748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7E0EAD2-9D95-97D1-BB93-3372185A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F0FB9C2-EA44-B367-BC9C-936E053F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9229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3EDBF67-2D1D-CB18-C6BD-52B4100B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2C06D7F-34CD-B10F-60FF-D7F6AD31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EDE0AFC-A9DC-1236-9ABC-284377CD9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F4DC7671-F6F4-9662-BD80-D41E82C09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54BBC575-CED0-E8C3-B501-35718C01F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6D9A021A-A79A-B002-00FB-FA22871F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43ACEA33-D90D-BCAF-DBB0-5A32AAE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15186BC-5CD4-3B56-3ADC-BA2174B8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556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2DB29E-432B-BF9A-D355-64DDE505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0DB72F8C-B39C-0C69-D8D4-42DF7412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A04C30A-90CD-56DF-FB8C-A5EBF053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C854DD1-A122-7AC0-AABC-7A574D37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963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40DAC41F-B21E-B0E5-511D-7769F5FC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7F458EC6-0E30-C504-A452-E8F1DEC1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98AF05D-11FF-6725-BA21-4D0D3B0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612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6737EA-4ADA-FAE2-7E92-26E6A036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AB4B8A3-3697-B179-95BB-42B23CAFF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CAB08154-8500-DBFD-5C0B-8D8212AF4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C3AB1F9-293E-403F-9E47-42116EAB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EBD1D7C-1AC7-8D9E-F858-96298E11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E0BE57D-299F-1835-EF5E-57A37B73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2842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34F996-A689-9C84-CD4F-951AFB58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D94C5E09-AE41-9D9D-9A3E-A91F8E170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7C88D388-4761-ECC4-E2A5-DE8BF034E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2670FC71-6342-65EC-2561-D20407A9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EF53C00E-029C-E1F8-E04C-4D116BE8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D83F081-1599-74F0-B423-8C7353D0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1592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2F018B6-4FE1-BF68-0AF3-DEC108D5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51E48F95-6DB2-05BD-BCAB-ADDC09FEF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63E5148-2AE8-A2D8-BB09-2264441A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F71C9AD-A8D4-D984-C85A-82FB3BD8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49CD8A5-A22C-1136-963A-A78FE813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0832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34FEB3FD-7EE4-7AEF-88C6-FF4FC2623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4CB96A9-C159-FC6D-2C4E-004666F4A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4A51FFA-59A4-4E6A-F20D-3C426839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BC674B8-89C5-80AA-AA73-31A30426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A134D8A-8986-6DA8-B90F-38847CEF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762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B475BF29-A25F-8232-AD25-FF490837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5C50812-53D3-D64A-F5CA-A2350B0F4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E2F51E5-7B47-037D-BDAB-F1E173F86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0790D-B6A7-40D4-A102-E0C4B7987BEE}" type="datetimeFigureOut">
              <a:rPr lang="el-GR" smtClean="0"/>
              <a:t>17/5/2024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CE1EEFD-539B-05C8-542D-512865E57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4BC2323-AFFE-9F93-EF25-1DF0181AF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598ED-4ECD-4414-B009-04F413D9DA7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8670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6012061-70B7-346A-CE45-459B59F94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Master Thesis</a:t>
            </a:r>
            <a:endParaRPr lang="el-GR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B725A20-783B-1F1C-8C0E-19DE37393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Small talk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3508687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Ευρεία οθόνη</PresentationFormat>
  <Paragraphs>2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Θέμα του Office</vt:lpstr>
      <vt:lpstr>Master 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</dc:title>
  <dc:creator>Eugenios Mazarakis</dc:creator>
  <cp:lastModifiedBy>Eugenios Mazarakis</cp:lastModifiedBy>
  <cp:revision>1</cp:revision>
  <dcterms:created xsi:type="dcterms:W3CDTF">2024-05-17T11:14:30Z</dcterms:created>
  <dcterms:modified xsi:type="dcterms:W3CDTF">2024-05-17T11:14:59Z</dcterms:modified>
</cp:coreProperties>
</file>